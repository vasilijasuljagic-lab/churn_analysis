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Hyperoptic churn analysis — approach &amp; headline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Data</a:t>
            </a:r>
            <a:r>
              <a:rPr sz="1500">
                <a:solidFill>
                  <a:srgbClr val="222222"/>
                </a:solidFill>
              </a:rPr>
              <a:t>  —  10,000 customers · activations 2020-01–2024-12 · terminations to 2025-09. Cleaning: Excel serial dates, '-' placeholders, no duplicates, no missing outside the two termination fields.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Churn definition</a:t>
            </a:r>
            <a:r>
              <a:rPr sz="1500">
                <a:solidFill>
                  <a:srgbClr val="222222"/>
                </a:solidFill>
              </a:rPr>
              <a:t>  —  recorded termination = Termination Date present (6,947 churned, 3,053 active → 69.5% of this base).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Headline</a:t>
            </a:r>
            <a:r>
              <a:rPr sz="1500">
                <a:solidFill>
                  <a:srgbClr val="222222"/>
                </a:solidFill>
              </a:rPr>
              <a:t>  —  82% of terminations are 'Moving Home/Going Away' — largely structural (customer relocates off network), not dissatisfaction.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Strongest lever</a:t>
            </a:r>
            <a:r>
              <a:rPr sz="1500">
                <a:solidFill>
                  <a:srgbClr val="222222"/>
                </a:solidFill>
              </a:rPr>
              <a:t>  —  24-month contracts churn at 42.5% vs ~75% for monthly/12-month (odds 78% lower after controls).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Geography</a:t>
            </a:r>
            <a:r>
              <a:rPr sz="1500">
                <a:solidFill>
                  <a:srgbClr val="222222"/>
                </a:solidFill>
              </a:rPr>
              <a:t>  —  Leeds 82.4% and Manchester 77.0% churn far above London 62.6% and Nottingham 41.4%.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Tools</a:t>
            </a:r>
            <a:r>
              <a:rPr sz="1500">
                <a:solidFill>
                  <a:srgbClr val="222222"/>
                </a:solidFill>
              </a:rPr>
              <a:t>  —  pandas / scikit-learn / statsmodels / Chi-square &amp; Cramér's V / logistic regression / Flask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Descriptive analysis — where churn concentrates</a:t>
            </a:r>
          </a:p>
        </p:txBody>
      </p:sp>
      <p:pic>
        <p:nvPicPr>
          <p:cNvPr id="3" name="Picture 2" descr="nb_contrac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669280" cy="3505624"/>
          </a:xfrm>
          <a:prstGeom prst="rect">
            <a:avLst/>
          </a:prstGeom>
        </p:spPr>
      </p:pic>
      <p:pic>
        <p:nvPicPr>
          <p:cNvPr id="4" name="Picture 3" descr="nb_city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3507845"/>
          </a:xfrm>
          <a:prstGeom prst="rect">
            <a:avLst/>
          </a:prstGeom>
        </p:spPr>
      </p:pic>
      <p:pic>
        <p:nvPicPr>
          <p:cNvPr id="5" name="Picture 4" descr="nb_cohort_ch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31920"/>
            <a:ext cx="5669280" cy="3505624"/>
          </a:xfrm>
          <a:prstGeom prst="rect">
            <a:avLst/>
          </a:prstGeom>
        </p:spPr>
      </p:pic>
      <p:pic>
        <p:nvPicPr>
          <p:cNvPr id="6" name="Picture 5" descr="nb_bundle_churn_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669280" cy="35056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Predictive layer — logistic regression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5120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Full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Without activation year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71.6%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72.9%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94.0%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0.64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00584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251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p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Contract Type_24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Contract Type_Monthly Rolling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City_Manchester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City_Nottingham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Bundle Group_50Mb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0.001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Bundle Group_Other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Activation Year_2023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1200"/>
                        <a:t>Activation Year_2024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Model</a:t>
            </a:r>
            <a:r>
              <a:rPr sz="1200">
                <a:solidFill>
                  <a:srgbClr val="222222"/>
                </a:solidFill>
              </a:rPr>
              <a:t>  —  stratified 20% holdout, one-hot encoded factors; logistic regression chosen for interpretability (odds ratios).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Strongest signals</a:t>
            </a:r>
            <a:r>
              <a:rPr sz="1200">
                <a:solidFill>
                  <a:srgbClr val="222222"/>
                </a:solidFill>
              </a:rPr>
              <a:t>  —  contract length (24m OR 0.22 vs 12m), cohort (2024 OR 0.09 — part exposure-window effect), Manchester vs Leeds (OR 1.51), 50Mb bundle (OR 1.39).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Not significant</a:t>
            </a:r>
            <a:r>
              <a:rPr sz="1200">
                <a:solidFill>
                  <a:srgbClr val="222222"/>
                </a:solidFill>
              </a:rPr>
              <a:t>  —  number of competitors (p = 0.13 / 0.72) and London vs Leeds (p = 0.08) carry no signal once other factors are controlled.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Caveat</a:t>
            </a:r>
            <a:r>
              <a:rPr sz="1200">
                <a:solidFill>
                  <a:srgbClr val="222222"/>
                </a:solidFill>
              </a:rPr>
              <a:t>  —  2023–24 cohort coefficients partly reflect shorter observation windows, not better retention — flagged by the no-year robustness model (AUC 0.64).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Prescriptive analysis — what to do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1. Contract migration</a:t>
            </a:r>
            <a:r>
              <a:rPr sz="1500">
                <a:solidFill>
                  <a:srgbClr val="222222"/>
                </a:solidFill>
              </a:rPr>
              <a:t>  —  move monthly/12-month customers toward 24-month terms near renewal — the single largest controllable effect (OR 0.22). Estimated addressable churn pool: ~60% of the base.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2. Mover's programme</a:t>
            </a:r>
            <a:r>
              <a:rPr sz="1500">
                <a:solidFill>
                  <a:srgbClr val="222222"/>
                </a:solidFill>
              </a:rPr>
              <a:t>  —  82% of churn is relocation. Offer seamless home-move transfers and partner with landlords/developers so 'Moving Home' doesn't mean leaving.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3. Manchester &amp; Leeds focus</a:t>
            </a:r>
            <a:r>
              <a:rPr sz="1500">
                <a:solidFill>
                  <a:srgbClr val="222222"/>
                </a:solidFill>
              </a:rPr>
              <a:t>  —  highest churn rates and sizeable populations — investigate local service quality, installation experience and altnet overbuild pressure.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4. 50Mb entry bundle</a:t>
            </a:r>
            <a:r>
              <a:rPr sz="1500">
                <a:solidFill>
                  <a:srgbClr val="222222"/>
                </a:solidFill>
              </a:rPr>
              <a:t>  —  highest bundle churn (82%, n=1,030) — entry-tier customers may be price-sensitive or underserved; consider upgrade paths.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5. Early-tenure guardrail</a:t>
            </a:r>
            <a:r>
              <a:rPr sz="1500">
                <a:solidFill>
                  <a:srgbClr val="222222"/>
                </a:solidFill>
              </a:rPr>
              <a:t>  —  the 0–6-month group shows 100% recorded churn — an observation-window artifact, but real early churn exists (~1,070 customers); tighten onboarding and install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Insights, recommendations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Insight</a:t>
            </a:r>
            <a:r>
              <a:rPr sz="1500">
                <a:solidFill>
                  <a:srgbClr val="222222"/>
                </a:solidFill>
              </a:rPr>
              <a:t>  —  churn in this dataset is dominated by structural movers and contract structure — price/competition play a minor recorded role (competitors V = 0.03).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Recommendation 1</a:t>
            </a:r>
            <a:r>
              <a:rPr sz="1500">
                <a:solidFill>
                  <a:srgbClr val="222222"/>
                </a:solidFill>
              </a:rPr>
              <a:t>  —  deploy the model into CRM: score active customers (the Flask app already exposes per-profile churn probability) and trigger retention offers above a threshold.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Recommendation 2</a:t>
            </a:r>
            <a:r>
              <a:rPr sz="1500">
                <a:solidFill>
                  <a:srgbClr val="222222"/>
                </a:solidFill>
              </a:rPr>
              <a:t>  —  report churn on a survival/exposure basis — raw cohort rates overstate recent-cohort improvement.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Recommendation 3</a:t>
            </a:r>
            <a:r>
              <a:rPr sz="1500">
                <a:solidFill>
                  <a:srgbClr val="222222"/>
                </a:solidFill>
              </a:rPr>
              <a:t>  —  clarify the 'Customer not leaving' category (521 records, 7.5% of churn) — it records a termination date but ambiguous churn meaning.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Caveat</a:t>
            </a:r>
            <a:r>
              <a:rPr sz="1500">
                <a:solidFill>
                  <a:srgbClr val="222222"/>
                </a:solidFill>
              </a:rPr>
              <a:t>  —  the dataset is churn-weighted (69.5% observed churn is not the live-business rate); model AUC 0.80 is good for ranking, probabilities need recalibration on live volumes.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