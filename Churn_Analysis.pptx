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Churn Analysis — UK Full-Fibre Broadband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Case Study Data 1 · 10,000 customers · prepared with data through Sep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22222"/>
                </a:solidFill>
              </a:defRPr>
            </a:pPr>
            <a:r>
              <a:t>Understanding who leaves, why they leave, and what we can do about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Data &amp;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Dataset: 10,000 customers across London, Manchester, Leeds and Nottingham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Fields: city, postcode, bundle speed, contract duration, competitor presence, activation/termination dates and reason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Cleaning performed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Excel serial dates converted; termination date '-' / blank treated as still active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Churn flag: has a termination date and a real termination reason → 6,947 churned, 3,053 active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Tenure measured to termination (churned) or to snapshot date Sep-2025 (active)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Overall churn rate in the base: 69.5% — unusually high, consistent with a churn-weighted sample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All findings below compare churn rates between segments, not absolute volumes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Headline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Moving home dominates: 82% of all terminations are 'Moving Home / Going Away' — largely uncontrollable churn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Contract length is the strongest retention lever: 24-month contracts churn at 42.5% vs ~75% for monthly/12-month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Geography matters: Leeds (82%) and Manchester (77%) churn far above London (63%) and Nottingham (41%)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Entry-level 50Mb bundles churn most (82%); churn declines as speed rises — 1Gb at 66%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Controllable churn is small: price/deal (1.3%), complaints (0.5%), bad debt (5.5%)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Churned customers leave after a median of ~12 months — the contract-end cliff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Why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Termination reason distribution (6,947 churned customers)</a:t>
            </a:r>
          </a:p>
        </p:txBody>
      </p:sp>
      <p:pic>
        <p:nvPicPr>
          <p:cNvPr id="4" name="Picture 3" descr="termination_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583680" cy="35112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55448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'Moving Home/Going Away' = 82% of churn</a:t>
            </a:r>
          </a:p>
          <a:p>
            <a:pPr lvl="1">
              <a:spcAft>
                <a:spcPts val="800"/>
              </a:spcAft>
              <a:defRPr sz="1300" b="0">
                <a:solidFill>
                  <a:srgbClr val="222222"/>
                </a:solidFill>
              </a:defRPr>
            </a:pPr>
            <a:r>
              <a:t>Fibre is address-bound: movers churn when the new home isn't served (no offnet product)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'Customer not leaving' (521) likely admin/revoked terminations — data-quality fix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True controllable churn (price, complaints) is only ~2%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Contract Length &amp;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Longer contracts retain; competitor presence shows a mild effect</a:t>
            </a:r>
          </a:p>
        </p:txBody>
      </p:sp>
      <p:pic>
        <p:nvPicPr>
          <p:cNvPr id="4" name="Picture 3" descr="churn_by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94960" cy="3596640"/>
          </a:xfrm>
          <a:prstGeom prst="rect">
            <a:avLst/>
          </a:prstGeom>
        </p:spPr>
      </p:pic>
      <p:pic>
        <p:nvPicPr>
          <p:cNvPr id="5" name="Picture 4" descr="churn_by_competit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94960" cy="3596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22222"/>
                </a:solidFill>
              </a:defRPr>
            </a:pPr>
            <a:r>
              <a:t>24-month contracts cut churn nearly in half vs monthly rolling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Areas with 1+ competitors churn ~4pts more than uncontested areas; 2-competitor sample is tiny (n=40)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Where and What: Geography &amp; Bundle</a:t>
            </a:r>
          </a:p>
        </p:txBody>
      </p:sp>
      <p:pic>
        <p:nvPicPr>
          <p:cNvPr id="3" name="Picture 2" descr="churn_by_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94960" cy="3596640"/>
          </a:xfrm>
          <a:prstGeom prst="rect">
            <a:avLst/>
          </a:prstGeom>
        </p:spPr>
      </p:pic>
      <p:pic>
        <p:nvPicPr>
          <p:cNvPr id="4" name="Picture 3" descr="churn_by_bun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486400" cy="31350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Leeds &amp; Manchester churn ~15-20pts above London — likely higher overbuild/competition and housing churn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50Mb entry tier churns most — entry-tier customers are the most price-sensitive and mobile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When Customers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Median churned tenure ~12 months — churn concentrates at contract end</a:t>
            </a:r>
          </a:p>
        </p:txBody>
      </p:sp>
      <p:pic>
        <p:nvPicPr>
          <p:cNvPr id="4" name="Picture 3" descr="tenur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486400" cy="3376246"/>
          </a:xfrm>
          <a:prstGeom prst="rect">
            <a:avLst/>
          </a:prstGeom>
        </p:spPr>
      </p:pic>
      <p:pic>
        <p:nvPicPr>
          <p:cNvPr id="5" name="Picture 4" descr="churn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669280" cy="206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Churn spikes around the 12-month mark — contract expiry and intro-price rollover are the trigger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7.4% of churn happens within 3 months — early-life onboarding/installation issues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UK Fibre 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22222"/>
                </a:solidFill>
              </a:defRPr>
            </a:pPr>
            <a:r>
              <a:t>External factors that amplify the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Altnet footprint nearly doubled: ~16m premises passed by late 2025 (~57% of UK FTTP) — overbuild keeps rising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FTTP prices fell ~41% in real terms over 3 years — switching is cheap and heavily promoted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House moves are the industry's largest 'uncontrollable' churn driver, worsened by Stamp-Duty-driven moves; most altnets don't sell offnet, so movers are lost at the address boundary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Consolidation is coming (CityFibre capital raise, Netomnia/nexfibre deal) — scale players will gain wholesale reach into the mover market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Altnets hold ~11% retail share; Hyperoptic ~1.7% — retention economics matter more than share grabs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Sources: Intelligens Consulting (Dec 2025), 8Advisory FTTH take-up &amp; churn (Jul 2025), Opensignal (Q2 2026), Enders Analysis Q2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Attack the mover market (82% of churn)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Launch a mover's program: proactive 'we're at your new address' outreach, address-portability check, partnered install at move-in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Pursue wholesale/offnet partnerships (e.g. CityFibre, Openreach FTTP) so movers can stay customers at non-served addresses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Shift the base to longer contracts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Incentivise 24-month terms (price locks, free speed upgrades) — they halve churn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Pre-empt the 12-month cliff</a:t>
            </a:r>
          </a:p>
          <a:p>
            <a:pPr lvl="1"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Retention offers 60-90 days before contract end; re-contract before intro pricing rolls off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Fix early-life churn: onboarding quality checks and 90-day save-desk for new installs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Regional playbook for Leeds/Manchester: competitive win-back offers and service-quality audits where overbuild is densest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Data hygiene: reconcile 'Customer not leaving' records and add mover destination capture to measure recoverable churn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Caveats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The base is churn-weighted (69.5%) — segment rates are relative, not absolute business churn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No pricing, usage or satisfaction fields — recommended next data pull: ARPU, monthly spend, fault tickets, NPS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Suggested next analyses: survival/hazard modelling by cohort, mover-destination capture rate, competitor-density heatmap by postcode district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